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9" r:id="rId6"/>
    <p:sldId id="263" r:id="rId7"/>
    <p:sldId id="264" r:id="rId8"/>
    <p:sldId id="265" r:id="rId9"/>
    <p:sldId id="270" r:id="rId10"/>
    <p:sldId id="266" r:id="rId11"/>
    <p:sldId id="267" r:id="rId12"/>
  </p:sldIdLst>
  <p:sldSz cx="12192000" cy="6858000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371B44-AB8E-4D59-8CFF-C17843F402B9}">
  <a:tblStyle styleId="{9C371B44-AB8E-4D59-8CFF-C17843F402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82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9C2B1F13-192B-2ACA-5904-3BFEC4AD6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>
            <a:extLst>
              <a:ext uri="{FF2B5EF4-FFF2-40B4-BE49-F238E27FC236}">
                <a16:creationId xmlns:a16="http://schemas.microsoft.com/office/drawing/2014/main" id="{9A078662-755F-A09D-3213-6AB43EEBAE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>
            <a:extLst>
              <a:ext uri="{FF2B5EF4-FFF2-40B4-BE49-F238E27FC236}">
                <a16:creationId xmlns:a16="http://schemas.microsoft.com/office/drawing/2014/main" id="{63E80701-1DD5-4499-BE23-6F273FC42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7424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BF27F99E-8EDC-4D88-E6DF-0794A623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566671D3-09ED-FDEE-6AC7-196D12BDFD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17C5A679-9AAF-57B8-FA40-D69B3A40C4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8519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047750"/>
            <a:ext cx="5334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538585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Lato"/>
                <a:ea typeface="Lato"/>
                <a:cs typeface="Lato"/>
                <a:sym typeface="Lato"/>
              </a:rPr>
              <a:t>DSA INTERVIEW PREP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1843385"/>
            <a:ext cx="5600700" cy="226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Array Interview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Problems</a:t>
            </a:r>
            <a:endParaRPr dirty="0"/>
          </a:p>
        </p:txBody>
      </p:sp>
      <p:sp>
        <p:nvSpPr>
          <p:cNvPr id="88" name="Google Shape;88;p13"/>
          <p:cNvSpPr/>
          <p:nvPr/>
        </p:nvSpPr>
        <p:spPr>
          <a:xfrm>
            <a:off x="571500" y="4296667"/>
            <a:ext cx="952500" cy="47625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630042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Mastering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Trapping Rain Water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Stock Profit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patterns for top-tier tech interviews.</a:t>
            </a:r>
            <a:endParaRPr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1085850"/>
            <a:ext cx="52578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54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0025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476250" y="2154471"/>
            <a:ext cx="50863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Given an array of non-negative integers representing an elevation map where the width of each bar is 1, compute how much water it can trap after raining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lang="en-US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3693021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Input: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height = [4, 2, 0, 3, 2, 5]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00125" y="4266307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Output: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9 units of water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00125" y="483959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Water is trapped between two tall bars.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35883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09169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82455"/>
            <a:ext cx="2000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Problem 1: Trapping Rain Water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D404D2-BF3D-A64B-18CA-8014EFA450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2256398"/>
            <a:ext cx="6315811" cy="3554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6300" y="200025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562600" y="2624137"/>
            <a:ext cx="6629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Water Between Buildings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5562600" y="3090862"/>
            <a:ext cx="64389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Think of the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aray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values as building heights in a city skyline. After a storm, water doesn't stay on top of the tallest building; it flows into the valleys created by neighboring structures.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5800725" y="4386262"/>
            <a:ext cx="60102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"The amount of water at any point is limited by the shorter of the two tallest buildings surrounding that point."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Real-Life Scenario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A5E9FB-7593-DB31-21BC-DA5E2E063C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1371600"/>
            <a:ext cx="11163300" cy="50932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CFC4F6-35D1-286B-508C-D578198C3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976" y="953046"/>
            <a:ext cx="7251192" cy="47934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>
          <a:extLst>
            <a:ext uri="{FF2B5EF4-FFF2-40B4-BE49-F238E27FC236}">
              <a16:creationId xmlns:a16="http://schemas.microsoft.com/office/drawing/2014/main" id="{8494E517-D7C2-5523-B678-8E29AEFBF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>
            <a:extLst>
              <a:ext uri="{FF2B5EF4-FFF2-40B4-BE49-F238E27FC236}">
                <a16:creationId xmlns:a16="http://schemas.microsoft.com/office/drawing/2014/main" id="{80544CA5-590A-41E2-CA79-21153A29B8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7" name="Google Shape;147;p17">
            <a:extLst>
              <a:ext uri="{FF2B5EF4-FFF2-40B4-BE49-F238E27FC236}">
                <a16:creationId xmlns:a16="http://schemas.microsoft.com/office/drawing/2014/main" id="{6D2FD6D5-92D3-0C4F-08E6-CD4A57F58161}"/>
              </a:ext>
            </a:extLst>
          </p:cNvPr>
          <p:cNvGraphicFramePr/>
          <p:nvPr/>
        </p:nvGraphicFramePr>
        <p:xfrm>
          <a:off x="571500" y="1315491"/>
          <a:ext cx="11039475" cy="4200525"/>
        </p:xfrm>
        <a:graphic>
          <a:graphicData uri="http://schemas.openxmlformats.org/drawingml/2006/table">
            <a:tbl>
              <a:tblPr firstRow="1" bandRow="1">
                <a:noFill/>
                <a:tableStyleId>{9C371B44-AB8E-4D59-8CFF-C17843F402B9}</a:tableStyleId>
              </a:tblPr>
              <a:tblGrid>
                <a:gridCol w="13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2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Index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Height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Max Left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Max Right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Min(L, R) - 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Water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4 - 4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4 - 2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4 - 0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4 - 3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4 - 2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5 - 5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8" name="Google Shape;148;p17">
            <a:extLst>
              <a:ext uri="{FF2B5EF4-FFF2-40B4-BE49-F238E27FC236}">
                <a16:creationId xmlns:a16="http://schemas.microsoft.com/office/drawing/2014/main" id="{FA067C75-0584-6E44-6B1B-284F1F64D1B2}"/>
              </a:ext>
            </a:extLst>
          </p:cNvPr>
          <p:cNvSpPr txBox="1"/>
          <p:nvPr/>
        </p:nvSpPr>
        <p:spPr>
          <a:xfrm>
            <a:off x="571500" y="5801766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Total Trapped Water = 0 + 2 + 4 + 1 + 2 + 0 = 9 Units</a:t>
            </a:r>
            <a:endParaRPr/>
          </a:p>
        </p:txBody>
      </p:sp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8B054AAB-233A-E4ED-1F35-032F934B2A84}"/>
              </a:ext>
            </a:extLst>
          </p:cNvPr>
          <p:cNvSpPr txBox="1"/>
          <p:nvPr/>
        </p:nvSpPr>
        <p:spPr>
          <a:xfrm>
            <a:off x="762000" y="362991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Dry Run Visualization</a:t>
            </a:r>
            <a:endParaRPr/>
          </a:p>
        </p:txBody>
      </p:sp>
      <p:sp>
        <p:nvSpPr>
          <p:cNvPr id="150" name="Google Shape;150;p17">
            <a:extLst>
              <a:ext uri="{FF2B5EF4-FFF2-40B4-BE49-F238E27FC236}">
                <a16:creationId xmlns:a16="http://schemas.microsoft.com/office/drawing/2014/main" id="{DC870F96-11D2-DC01-DA70-404D9833025D}"/>
              </a:ext>
            </a:extLst>
          </p:cNvPr>
          <p:cNvSpPr/>
          <p:nvPr/>
        </p:nvSpPr>
        <p:spPr>
          <a:xfrm>
            <a:off x="571500" y="362991"/>
            <a:ext cx="76200" cy="5715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6048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/>
          <p:nvPr/>
        </p:nvSpPr>
        <p:spPr>
          <a:xfrm>
            <a:off x="5619750" y="2150715"/>
            <a:ext cx="952500" cy="5715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95275" y="2398365"/>
            <a:ext cx="1160145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Best Time to Buy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5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and Sell Stock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43033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Maximizing profit with a single transaction strategy.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571500" y="1683248"/>
            <a:ext cx="53340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You are given an array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prices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where prices[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] is the price of a stock on day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You want to maximize profit by picking one day to buy and a later day to sell.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Return the maximum profit you can achieve from the transaction. 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If you cannot achieve  any profit ,return 0;</a:t>
            </a:r>
          </a:p>
        </p:txBody>
      </p:sp>
      <p:sp>
        <p:nvSpPr>
          <p:cNvPr id="189" name="Google Shape;189;p21"/>
          <p:cNvSpPr txBox="1"/>
          <p:nvPr/>
        </p:nvSpPr>
        <p:spPr>
          <a:xfrm>
            <a:off x="1000125" y="3693021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Input: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[7, 1, 5, 3, 6, 4]</a:t>
            </a:r>
            <a:endParaRPr dirty="0"/>
          </a:p>
        </p:txBody>
      </p:sp>
      <p:sp>
        <p:nvSpPr>
          <p:cNvPr id="190" name="Google Shape;190;p21"/>
          <p:cNvSpPr txBox="1"/>
          <p:nvPr/>
        </p:nvSpPr>
        <p:spPr>
          <a:xfrm>
            <a:off x="1000125" y="4266307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Output: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5 (Buy at 1, Sell at 6)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1000125" y="483959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Cannot sell before buying.</a:t>
            </a:r>
            <a:endParaRPr/>
          </a:p>
        </p:txBody>
      </p:sp>
      <p:pic>
        <p:nvPicPr>
          <p:cNvPr id="192" name="Google Shape;19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3588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0916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82455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Problem 2: Stock Mastery</a:t>
            </a:r>
            <a:endParaRPr dirty="0"/>
          </a:p>
        </p:txBody>
      </p:sp>
      <p:sp>
        <p:nvSpPr>
          <p:cNvPr id="196" name="Google Shape;196;p21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81BC3F-F6BF-B0FC-0961-428CFC7C61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6396" y="2710266"/>
            <a:ext cx="5271657" cy="26358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571500" y="51958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maximum gap (6 - 1) gives us the profit of 5.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Visualizing the Price Trend</a:t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4E16A-65C0-839C-0166-A8DBFFD405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357312"/>
            <a:ext cx="10020300" cy="47986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0E4308F5-E4C0-81C2-4F5A-0FE232179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 descr="image.png">
            <a:extLst>
              <a:ext uri="{FF2B5EF4-FFF2-40B4-BE49-F238E27FC236}">
                <a16:creationId xmlns:a16="http://schemas.microsoft.com/office/drawing/2014/main" id="{FE5B2403-9121-1031-C096-564E4FCCB7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 descr="image.png">
            <a:extLst>
              <a:ext uri="{FF2B5EF4-FFF2-40B4-BE49-F238E27FC236}">
                <a16:creationId xmlns:a16="http://schemas.microsoft.com/office/drawing/2014/main" id="{FD1DB9CD-0BFB-0040-1C82-778B3108358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>
            <a:extLst>
              <a:ext uri="{FF2B5EF4-FFF2-40B4-BE49-F238E27FC236}">
                <a16:creationId xmlns:a16="http://schemas.microsoft.com/office/drawing/2014/main" id="{6960829D-060D-EC98-69F4-FFD5A4EE2C1C}"/>
              </a:ext>
            </a:extLst>
          </p:cNvPr>
          <p:cNvSpPr txBox="1"/>
          <p:nvPr/>
        </p:nvSpPr>
        <p:spPr>
          <a:xfrm>
            <a:off x="571500" y="51958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maximum gap (6 - 1) gives us the profit of 5.</a:t>
            </a:r>
            <a:endParaRPr/>
          </a:p>
        </p:txBody>
      </p:sp>
      <p:sp>
        <p:nvSpPr>
          <p:cNvPr id="204" name="Google Shape;204;p22">
            <a:extLst>
              <a:ext uri="{FF2B5EF4-FFF2-40B4-BE49-F238E27FC236}">
                <a16:creationId xmlns:a16="http://schemas.microsoft.com/office/drawing/2014/main" id="{33B686B0-26D7-A9F3-5940-5AD7CACE2F75}"/>
              </a:ext>
            </a:extLst>
          </p:cNvPr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Visualizing the Price Trend</a:t>
            </a:r>
            <a:endParaRPr/>
          </a:p>
        </p:txBody>
      </p:sp>
      <p:sp>
        <p:nvSpPr>
          <p:cNvPr id="205" name="Google Shape;205;p22">
            <a:extLst>
              <a:ext uri="{FF2B5EF4-FFF2-40B4-BE49-F238E27FC236}">
                <a16:creationId xmlns:a16="http://schemas.microsoft.com/office/drawing/2014/main" id="{1D7E4677-F1DF-996B-CBE5-D61B7A829879}"/>
              </a:ext>
            </a:extLst>
          </p:cNvPr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0FE99C-E31D-7939-6AAE-B10249423F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357312"/>
            <a:ext cx="10020300" cy="479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60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029200"/>
            <a:ext cx="110490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00250"/>
            <a:ext cx="35242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33875" y="2000250"/>
            <a:ext cx="35242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000250"/>
            <a:ext cx="352425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809625" y="5267325"/>
            <a:ext cx="10572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Time:</a:t>
            </a:r>
            <a:r>
              <a:rPr lang="en-US" sz="1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O(N) |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Space:</a:t>
            </a:r>
            <a:r>
              <a:rPr lang="en-US" sz="1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O(1)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793432" y="3028950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1. Track Minimum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866775" y="3552825"/>
            <a:ext cx="2933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Iterate through prices and keep track of the lowest price seen so far.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4555807" y="3028950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2. Calculate Profit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4629150" y="3552825"/>
            <a:ext cx="2933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 each price, assume you sell today. Profit = Current - MinPrice.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8318182" y="3028950"/>
            <a:ext cx="30803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3. Maximize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8391525" y="3552825"/>
            <a:ext cx="2933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Maintain a variable to store the highest profit calculated.</a:t>
            </a:r>
            <a:endParaRPr/>
          </a:p>
        </p:txBody>
      </p:sp>
      <p:pic>
        <p:nvPicPr>
          <p:cNvPr id="222" name="Google Shape;22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6450" y="23431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4550" y="234315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01200" y="234315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Single Pass Strategy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 txBox="1"/>
          <p:nvPr/>
        </p:nvSpPr>
        <p:spPr>
          <a:xfrm>
            <a:off x="295275" y="204594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571500" y="337944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Happy Coding! Master these patterns to ace your next technical interview.</a:t>
            </a:r>
            <a:endParaRPr dirty="0"/>
          </a:p>
        </p:txBody>
      </p:sp>
      <p:pic>
        <p:nvPicPr>
          <p:cNvPr id="236" name="Google Shape;23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48087" y="438328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4137" y="4383285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1598</TotalTime>
  <Words>469</Words>
  <Application>Microsoft Office PowerPoint</Application>
  <PresentationFormat>Widescreen</PresentationFormat>
  <Paragraphs>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Courier New</vt:lpstr>
      <vt:lpstr>Calibri</vt:lpstr>
      <vt:lpstr>Poppins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Rohit Gupta</dc:creator>
  <cp:lastModifiedBy>Rohit Gupta</cp:lastModifiedBy>
  <cp:revision>2</cp:revision>
  <dcterms:modified xsi:type="dcterms:W3CDTF">2026-06-25T06:26:29Z</dcterms:modified>
</cp:coreProperties>
</file>